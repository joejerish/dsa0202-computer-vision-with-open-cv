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A557737-90AF-4BAD-AA77-6060B50817A3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F6BDA-222D-1CCF-A046-D16F89A43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A34EE-A196-A266-3B6C-A2A98D34B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90BED-2FC6-A1FF-A7F1-7C53F33F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3871-9092-41FA-8490-3AFE0F9DCCF3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200BF-CE84-E3BE-F3F2-8F9BB93C3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EF585-7055-6391-FEC7-E2C1F13A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D45F-1FF1-492B-A594-A130FFE0B4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4422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69B8D-3740-DF4A-4F65-ECEE61C96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B7D94-F830-70BC-0158-4D4C99D30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2D040-D2C3-52B1-ED25-A700E72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3871-9092-41FA-8490-3AFE0F9DCCF3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4C437-911A-AA3B-16CE-C9213FEF0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F49ED-6FDA-3D0D-AB63-C35B3EA7F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D45F-1FF1-492B-A594-A130FFE0B4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044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AEFD-834D-D12A-0D37-80EAD5D6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1065A-DB0B-DA90-F632-7639DEF5C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E7400-595A-7925-268C-879ECE644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3871-9092-41FA-8490-3AFE0F9DCCF3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03253-6BA2-ED10-FDFA-CAC2A6971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72063-B996-AA1F-C233-1C61D198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D45F-1FF1-492B-A594-A130FFE0B4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2133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2D63F-6C89-4F86-06F1-AB78A1670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A169E-923B-D591-55D4-5570D726D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8779C-29A5-C7B3-2563-0E92764EB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11E0C-8B8C-8BF5-2C9F-B1DF0F182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3871-9092-41FA-8490-3AFE0F9DCCF3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70B2E-15B4-9912-806B-AD3D85C77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890C6-49E3-E906-9B3A-657C375E6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D45F-1FF1-492B-A594-A130FFE0B4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584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2AA6-404F-4264-8147-7733B40B9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EB869-2080-684D-9A42-C6F79EBA8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6DCB8-CA50-7CCC-A9A2-A426B7F82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51B7E7-D323-1D21-BD42-CA33DCFEDD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CA73A4-924C-D37A-B12F-5E6426E23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CB2DDB-BF44-CD24-1228-8D0A4B0AD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3871-9092-41FA-8490-3AFE0F9DCCF3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D1388B-B505-5CFC-AD29-6F77B0EDA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B23691-2773-27AF-309B-E3BBA1116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D45F-1FF1-492B-A594-A130FFE0B4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715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28CE-D621-8434-DACB-2C5F8FEA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F17744-560D-E80D-8DB8-2F88D5A57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3871-9092-41FA-8490-3AFE0F9DCCF3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47089-7681-65CE-87D3-2307D618E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4249A-CE4F-3BFB-B84C-B04E1DBB4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D45F-1FF1-492B-A594-A130FFE0B4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114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BBA478-E3A5-44C2-05DB-C156788BC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3871-9092-41FA-8490-3AFE0F9DCCF3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D00FFF-5795-242D-F8CC-CFD037A07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D47E3-381B-415E-B339-999DBB8E7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D45F-1FF1-492B-A594-A130FFE0B4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243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840FB-DA9D-C6F7-7952-94675BF61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8E4EF-5C28-886C-EDCB-41533C743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47E55-F5D1-C010-0D37-52FB90257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96CF5-8F97-112D-9D68-2259D706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3871-9092-41FA-8490-3AFE0F9DCCF3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C9AAA-4A9B-2B33-595A-28BA2B410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86DEA-57EF-9A32-37C3-9A1807EFF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D45F-1FF1-492B-A594-A130FFE0B4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8896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75BD-E54B-739F-5DB2-B8476D220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8CA0A9-E605-1855-3C2E-A91AF984B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236CB4-4D7E-07C3-969D-909674E53E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BCCAB-E578-19A8-26F7-3E610F632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3871-9092-41FA-8490-3AFE0F9DCCF3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88FF6-0A23-CFEF-3735-04C34252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F81B3-60E6-37C1-5DF7-C0FBDFA2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D45F-1FF1-492B-A594-A130FFE0B4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6831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2CF3A-AFF7-BB72-9A17-68245243B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766BC-C1B3-1CA7-885F-525FC44F6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78991-4AB0-D409-03D4-FCE0FC165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3871-9092-41FA-8490-3AFE0F9DCCF3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E3EA2-EA8E-4355-8F2A-4AA8A162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A5CA6-3EFC-F91B-5349-BA769BBEC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D45F-1FF1-492B-A594-A130FFE0B4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8361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EEF90B-DC19-6DEE-9BE9-0A25600F3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7EB5B-CA34-14FD-7F15-BDE370476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764A2-AEB6-B1F3-B091-7D99030FD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3871-9092-41FA-8490-3AFE0F9DCCF3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7449C-AB05-444E-270C-4CC725289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B3D8B-EF76-1F5E-6DFF-8338F954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D45F-1FF1-492B-A594-A130FFE0B4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97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030557-2A6B-F109-0373-442FC7294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4C4E4-20C9-EC07-7154-D22FFBC87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1AA62-4998-D78B-2A3B-09B75DA43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A3871-9092-41FA-8490-3AFE0F9DCCF3}" type="datetimeFigureOut">
              <a:rPr lang="en-IN" smtClean="0"/>
              <a:t>06-08-2026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40155-6A82-81F4-F676-BF34B10BFB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02971-44E2-39D1-5E9B-C987E6F5F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BD45F-1FF1-492B-A594-A130FFE0B4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366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F3256-B551-D421-0C52-8632C116E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297"/>
            <a:ext cx="9144000" cy="1307592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ASSESEMENT TOOL 2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Mapping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41A8A-9395-934E-1A6B-E889A0470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737" y="2514599"/>
            <a:ext cx="7058526" cy="457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DSA0202-COMPUTER VISION FOR OPENCV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C143B3-59E3-8AC3-93E4-AF726FFEBDAD}"/>
              </a:ext>
            </a:extLst>
          </p:cNvPr>
          <p:cNvSpPr txBox="1"/>
          <p:nvPr/>
        </p:nvSpPr>
        <p:spPr>
          <a:xfrm>
            <a:off x="310896" y="2743200"/>
            <a:ext cx="5029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S.Santhosh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Number:192524049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B. Tech AIDS</a:t>
            </a:r>
          </a:p>
          <a:p>
            <a:endParaRPr lang="en-IN" sz="2400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C1FA5-3099-A21D-B610-60609BB98075}"/>
              </a:ext>
            </a:extLst>
          </p:cNvPr>
          <p:cNvSpPr txBox="1"/>
          <p:nvPr/>
        </p:nvSpPr>
        <p:spPr>
          <a:xfrm>
            <a:off x="7799511" y="2743199"/>
            <a:ext cx="395935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Dr.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Mayuranathan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Slot: D</a:t>
            </a:r>
          </a:p>
        </p:txBody>
      </p:sp>
    </p:spTree>
    <p:extLst>
      <p:ext uri="{BB962C8B-B14F-4D97-AF65-F5344CB8AC3E}">
        <p14:creationId xmlns:p14="http://schemas.microsoft.com/office/powerpoint/2010/main" val="32949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1D12EA0-7254-4E60-3E08-BFA57E9090A9}"/>
              </a:ext>
            </a:extLst>
          </p:cNvPr>
          <p:cNvSpPr/>
          <p:nvPr/>
        </p:nvSpPr>
        <p:spPr>
          <a:xfrm>
            <a:off x="2862073" y="164586"/>
            <a:ext cx="5806438" cy="65836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Photo Editing + Object Recognition +AR App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35C002-1021-90BF-BD7C-792338FDD295}"/>
              </a:ext>
            </a:extLst>
          </p:cNvPr>
          <p:cNvCxnSpPr/>
          <p:nvPr/>
        </p:nvCxnSpPr>
        <p:spPr>
          <a:xfrm>
            <a:off x="5870442" y="795528"/>
            <a:ext cx="0" cy="402336"/>
          </a:xfrm>
          <a:prstGeom prst="line">
            <a:avLst/>
          </a:prstGeom>
          <a:ln w="4762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5CCF120-A529-CCEA-5AA3-F4D5AEDF7579}"/>
              </a:ext>
            </a:extLst>
          </p:cNvPr>
          <p:cNvCxnSpPr>
            <a:cxnSpLocks/>
          </p:cNvCxnSpPr>
          <p:nvPr/>
        </p:nvCxnSpPr>
        <p:spPr>
          <a:xfrm>
            <a:off x="1515979" y="1197864"/>
            <a:ext cx="8620145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row: Down 9">
            <a:extLst>
              <a:ext uri="{FF2B5EF4-FFF2-40B4-BE49-F238E27FC236}">
                <a16:creationId xmlns:a16="http://schemas.microsoft.com/office/drawing/2014/main" id="{FEAF056C-FF18-79CA-9C89-17E9569CDBCB}"/>
              </a:ext>
            </a:extLst>
          </p:cNvPr>
          <p:cNvSpPr/>
          <p:nvPr/>
        </p:nvSpPr>
        <p:spPr>
          <a:xfrm>
            <a:off x="1429133" y="1197860"/>
            <a:ext cx="402326" cy="66289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D48B2B9-6476-10B7-600E-2CD96AF756A9}"/>
              </a:ext>
            </a:extLst>
          </p:cNvPr>
          <p:cNvSpPr/>
          <p:nvPr/>
        </p:nvSpPr>
        <p:spPr>
          <a:xfrm>
            <a:off x="246888" y="1847088"/>
            <a:ext cx="2615184" cy="1142992"/>
          </a:xfrm>
          <a:prstGeom prst="roundRect">
            <a:avLst>
              <a:gd name="adj" fmla="val 8246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BC473DBF-4B7C-EDA8-C8E7-5EF773E85CE4}"/>
              </a:ext>
            </a:extLst>
          </p:cNvPr>
          <p:cNvSpPr/>
          <p:nvPr/>
        </p:nvSpPr>
        <p:spPr>
          <a:xfrm>
            <a:off x="5669280" y="1197864"/>
            <a:ext cx="402325" cy="614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A25C20-DB43-F324-DE2C-7FDC7D396F91}"/>
              </a:ext>
            </a:extLst>
          </p:cNvPr>
          <p:cNvSpPr/>
          <p:nvPr/>
        </p:nvSpPr>
        <p:spPr>
          <a:xfrm>
            <a:off x="4187952" y="1847088"/>
            <a:ext cx="3191256" cy="114298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599A8277-CA5A-A902-8417-86B070018546}"/>
              </a:ext>
            </a:extLst>
          </p:cNvPr>
          <p:cNvSpPr/>
          <p:nvPr/>
        </p:nvSpPr>
        <p:spPr>
          <a:xfrm>
            <a:off x="9820656" y="1197864"/>
            <a:ext cx="402314" cy="6334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426CD46-352E-C7C9-327E-0CB80198F0CB}"/>
              </a:ext>
            </a:extLst>
          </p:cNvPr>
          <p:cNvSpPr/>
          <p:nvPr/>
        </p:nvSpPr>
        <p:spPr>
          <a:xfrm>
            <a:off x="8668512" y="1847088"/>
            <a:ext cx="2935224" cy="114298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Graphics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A30B17-85BC-A7AF-5D56-B718E8C2FFDB}"/>
              </a:ext>
            </a:extLst>
          </p:cNvPr>
          <p:cNvCxnSpPr/>
          <p:nvPr/>
        </p:nvCxnSpPr>
        <p:spPr>
          <a:xfrm>
            <a:off x="1515979" y="2990072"/>
            <a:ext cx="0" cy="438928"/>
          </a:xfrm>
          <a:prstGeom prst="straightConnector1">
            <a:avLst/>
          </a:prstGeom>
          <a:ln w="6032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015B51D-C1A0-B9CB-48E8-92126214DFC5}"/>
              </a:ext>
            </a:extLst>
          </p:cNvPr>
          <p:cNvSpPr/>
          <p:nvPr/>
        </p:nvSpPr>
        <p:spPr>
          <a:xfrm>
            <a:off x="4559487" y="3464023"/>
            <a:ext cx="2533128" cy="114298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Understand Image and Recognize Object</a:t>
            </a:r>
            <a:endParaRPr lang="en-IN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BC3BF9B-860D-0F01-F750-A7591ACEC046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5783580" y="2990075"/>
            <a:ext cx="0" cy="438925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C3772A8-22CE-4EB0-F8CC-0A5893DD8343}"/>
              </a:ext>
            </a:extLst>
          </p:cNvPr>
          <p:cNvCxnSpPr>
            <a:cxnSpLocks/>
          </p:cNvCxnSpPr>
          <p:nvPr/>
        </p:nvCxnSpPr>
        <p:spPr>
          <a:xfrm>
            <a:off x="10249038" y="2990072"/>
            <a:ext cx="0" cy="438925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C9252C01-5066-FD9C-E7D5-283A74B18E02}"/>
              </a:ext>
            </a:extLst>
          </p:cNvPr>
          <p:cNvSpPr/>
          <p:nvPr/>
        </p:nvSpPr>
        <p:spPr>
          <a:xfrm>
            <a:off x="249415" y="3464023"/>
            <a:ext cx="2533128" cy="114299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Improves Image Quality Before Analysis</a:t>
            </a:r>
            <a:endParaRPr lang="en-IN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4F4783C-CBBB-E951-9BB0-24D3D7A90945}"/>
              </a:ext>
            </a:extLst>
          </p:cNvPr>
          <p:cNvSpPr/>
          <p:nvPr/>
        </p:nvSpPr>
        <p:spPr>
          <a:xfrm>
            <a:off x="9070608" y="3444779"/>
            <a:ext cx="2533128" cy="114298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Generates virtual objects and visual effects</a:t>
            </a: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7E87F690-A8FB-9390-B4F1-0EA7C0DFD8AE}"/>
              </a:ext>
            </a:extLst>
          </p:cNvPr>
          <p:cNvSpPr/>
          <p:nvPr/>
        </p:nvSpPr>
        <p:spPr>
          <a:xfrm>
            <a:off x="322704" y="4888968"/>
            <a:ext cx="2615184" cy="1626667"/>
          </a:xfrm>
          <a:prstGeom prst="round2Same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Noise Removal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Image Enhancement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Contrast Adjustment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Edge Detection</a:t>
            </a:r>
            <a:endParaRPr lang="en-IN" dirty="0"/>
          </a:p>
        </p:txBody>
      </p:sp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A8B5C205-35A3-0233-0A1A-EC193B421C69}"/>
              </a:ext>
            </a:extLst>
          </p:cNvPr>
          <p:cNvSpPr/>
          <p:nvPr/>
        </p:nvSpPr>
        <p:spPr>
          <a:xfrm>
            <a:off x="4619026" y="4888968"/>
            <a:ext cx="2615184" cy="1626667"/>
          </a:xfrm>
          <a:prstGeom prst="round2Same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Scene Understanding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Tracking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: Top Corners Rounded 32">
            <a:extLst>
              <a:ext uri="{FF2B5EF4-FFF2-40B4-BE49-F238E27FC236}">
                <a16:creationId xmlns:a16="http://schemas.microsoft.com/office/drawing/2014/main" id="{A8D37C4A-F8D9-B977-6872-428E0D3AD2B8}"/>
              </a:ext>
            </a:extLst>
          </p:cNvPr>
          <p:cNvSpPr/>
          <p:nvPr/>
        </p:nvSpPr>
        <p:spPr>
          <a:xfrm>
            <a:off x="9091843" y="4888968"/>
            <a:ext cx="2615184" cy="1626667"/>
          </a:xfrm>
          <a:prstGeom prst="round2Same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Models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Overlay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Effects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BABF03AD-F812-5A6C-462C-D48812EF8F98}"/>
              </a:ext>
            </a:extLst>
          </p:cNvPr>
          <p:cNvSpPr/>
          <p:nvPr/>
        </p:nvSpPr>
        <p:spPr>
          <a:xfrm>
            <a:off x="1331578" y="4610082"/>
            <a:ext cx="402326" cy="2788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1613CD31-6B02-0EA8-8E08-85ADE1F05A81}"/>
              </a:ext>
            </a:extLst>
          </p:cNvPr>
          <p:cNvSpPr/>
          <p:nvPr/>
        </p:nvSpPr>
        <p:spPr>
          <a:xfrm>
            <a:off x="10198272" y="4603546"/>
            <a:ext cx="402326" cy="2788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1B7D685F-A1C9-705B-D612-09776627B0D2}"/>
              </a:ext>
            </a:extLst>
          </p:cNvPr>
          <p:cNvSpPr/>
          <p:nvPr/>
        </p:nvSpPr>
        <p:spPr>
          <a:xfrm>
            <a:off x="5669279" y="4610079"/>
            <a:ext cx="402326" cy="2788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BE0CA30-8AFD-4AB8-8174-496C84597F09}"/>
              </a:ext>
            </a:extLst>
          </p:cNvPr>
          <p:cNvCxnSpPr>
            <a:cxnSpLocks/>
          </p:cNvCxnSpPr>
          <p:nvPr/>
        </p:nvCxnSpPr>
        <p:spPr>
          <a:xfrm>
            <a:off x="1544855" y="6492240"/>
            <a:ext cx="0" cy="36576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97D935B-C868-A8D1-13D9-07333D2EC1D2}"/>
              </a:ext>
            </a:extLst>
          </p:cNvPr>
          <p:cNvCxnSpPr>
            <a:cxnSpLocks/>
          </p:cNvCxnSpPr>
          <p:nvPr/>
        </p:nvCxnSpPr>
        <p:spPr>
          <a:xfrm>
            <a:off x="6113646" y="6492240"/>
            <a:ext cx="0" cy="36576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7EB3E1E-D8DF-C18C-EBAA-B11BB24A4C91}"/>
              </a:ext>
            </a:extLst>
          </p:cNvPr>
          <p:cNvCxnSpPr>
            <a:cxnSpLocks/>
          </p:cNvCxnSpPr>
          <p:nvPr/>
        </p:nvCxnSpPr>
        <p:spPr>
          <a:xfrm>
            <a:off x="10607015" y="6492240"/>
            <a:ext cx="0" cy="36576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261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2321CA-71F4-9516-CE69-C4C235D5E584}"/>
              </a:ext>
            </a:extLst>
          </p:cNvPr>
          <p:cNvCxnSpPr>
            <a:cxnSpLocks/>
          </p:cNvCxnSpPr>
          <p:nvPr/>
        </p:nvCxnSpPr>
        <p:spPr>
          <a:xfrm>
            <a:off x="1097280" y="0"/>
            <a:ext cx="0" cy="36576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AEF6CB-AAB0-9FAB-73EF-5FFF3D5D50A3}"/>
              </a:ext>
            </a:extLst>
          </p:cNvPr>
          <p:cNvCxnSpPr>
            <a:cxnSpLocks/>
          </p:cNvCxnSpPr>
          <p:nvPr/>
        </p:nvCxnSpPr>
        <p:spPr>
          <a:xfrm>
            <a:off x="5619550" y="0"/>
            <a:ext cx="0" cy="36576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96B280-5CBE-FF1A-11FD-2167A214AEF5}"/>
              </a:ext>
            </a:extLst>
          </p:cNvPr>
          <p:cNvCxnSpPr>
            <a:cxnSpLocks/>
          </p:cNvCxnSpPr>
          <p:nvPr/>
        </p:nvCxnSpPr>
        <p:spPr>
          <a:xfrm>
            <a:off x="9997439" y="0"/>
            <a:ext cx="0" cy="36576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5E89B4-D013-7F71-5586-92831F80FC52}"/>
              </a:ext>
            </a:extLst>
          </p:cNvPr>
          <p:cNvCxnSpPr>
            <a:cxnSpLocks/>
          </p:cNvCxnSpPr>
          <p:nvPr/>
        </p:nvCxnSpPr>
        <p:spPr>
          <a:xfrm>
            <a:off x="1097280" y="365760"/>
            <a:ext cx="8900159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4EE5729B-B77E-2EB0-0C50-1B109776A924}"/>
              </a:ext>
            </a:extLst>
          </p:cNvPr>
          <p:cNvSpPr/>
          <p:nvPr/>
        </p:nvSpPr>
        <p:spPr>
          <a:xfrm rot="5400000">
            <a:off x="2281186" y="457204"/>
            <a:ext cx="712269" cy="52938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Striped Right 14">
            <a:extLst>
              <a:ext uri="{FF2B5EF4-FFF2-40B4-BE49-F238E27FC236}">
                <a16:creationId xmlns:a16="http://schemas.microsoft.com/office/drawing/2014/main" id="{6D2F05CF-E35E-777B-2538-3616693A9F3A}"/>
              </a:ext>
            </a:extLst>
          </p:cNvPr>
          <p:cNvSpPr/>
          <p:nvPr/>
        </p:nvSpPr>
        <p:spPr>
          <a:xfrm rot="5400000">
            <a:off x="8073992" y="457204"/>
            <a:ext cx="712269" cy="52938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0A420939-EB31-23AF-59AC-0182699FE143}"/>
              </a:ext>
            </a:extLst>
          </p:cNvPr>
          <p:cNvSpPr/>
          <p:nvPr/>
        </p:nvSpPr>
        <p:spPr>
          <a:xfrm>
            <a:off x="1390848" y="1078029"/>
            <a:ext cx="2492943" cy="856648"/>
          </a:xfrm>
          <a:prstGeom prst="round2Diag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Levels of Vision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3A17C009-727A-AB3A-C30F-18C5CF92108D}"/>
              </a:ext>
            </a:extLst>
          </p:cNvPr>
          <p:cNvSpPr/>
          <p:nvPr/>
        </p:nvSpPr>
        <p:spPr>
          <a:xfrm>
            <a:off x="7090610" y="1078029"/>
            <a:ext cx="2679032" cy="856648"/>
          </a:xfrm>
          <a:prstGeom prst="round2Diag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688DDAA-8F99-6CE9-DBE8-56206A8ED1DC}"/>
              </a:ext>
            </a:extLst>
          </p:cNvPr>
          <p:cNvCxnSpPr>
            <a:cxnSpLocks/>
          </p:cNvCxnSpPr>
          <p:nvPr/>
        </p:nvCxnSpPr>
        <p:spPr>
          <a:xfrm>
            <a:off x="2637319" y="1934677"/>
            <a:ext cx="0" cy="36576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7039D1B-B54A-8AB5-757B-C5F6CF875017}"/>
              </a:ext>
            </a:extLst>
          </p:cNvPr>
          <p:cNvCxnSpPr>
            <a:cxnSpLocks/>
          </p:cNvCxnSpPr>
          <p:nvPr/>
        </p:nvCxnSpPr>
        <p:spPr>
          <a:xfrm>
            <a:off x="1463040" y="2300437"/>
            <a:ext cx="8606589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AFD6649-5DB7-7BF5-A5BE-314FC918F331}"/>
              </a:ext>
            </a:extLst>
          </p:cNvPr>
          <p:cNvSpPr/>
          <p:nvPr/>
        </p:nvSpPr>
        <p:spPr>
          <a:xfrm>
            <a:off x="1390848" y="2300437"/>
            <a:ext cx="370571" cy="4908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921520D-BD18-C114-BEB2-B50F306F7518}"/>
              </a:ext>
            </a:extLst>
          </p:cNvPr>
          <p:cNvSpPr/>
          <p:nvPr/>
        </p:nvSpPr>
        <p:spPr>
          <a:xfrm>
            <a:off x="411476" y="2791324"/>
            <a:ext cx="2562727" cy="144376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Level Vision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(Image Enhancement)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Sharpening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Correction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485712D1-0398-987B-6200-65033F193C1B}"/>
              </a:ext>
            </a:extLst>
          </p:cNvPr>
          <p:cNvSpPr/>
          <p:nvPr/>
        </p:nvSpPr>
        <p:spPr>
          <a:xfrm>
            <a:off x="9769642" y="2322895"/>
            <a:ext cx="370571" cy="4908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62030BA5-716F-F4AA-2A19-33C4A19A47EF}"/>
              </a:ext>
            </a:extLst>
          </p:cNvPr>
          <p:cNvSpPr/>
          <p:nvPr/>
        </p:nvSpPr>
        <p:spPr>
          <a:xfrm>
            <a:off x="5642007" y="2300437"/>
            <a:ext cx="370571" cy="4908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E7B92EF-6FF5-229C-E9DD-701C928DF8FC}"/>
              </a:ext>
            </a:extLst>
          </p:cNvPr>
          <p:cNvSpPr/>
          <p:nvPr/>
        </p:nvSpPr>
        <p:spPr>
          <a:xfrm>
            <a:off x="8790270" y="2791324"/>
            <a:ext cx="2562727" cy="144376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Vision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(Object Recognition)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Classification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Scene Understanding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0DBE206-5ADA-65AF-5357-A1EFB396317C}"/>
              </a:ext>
            </a:extLst>
          </p:cNvPr>
          <p:cNvSpPr/>
          <p:nvPr/>
        </p:nvSpPr>
        <p:spPr>
          <a:xfrm>
            <a:off x="4545928" y="2791324"/>
            <a:ext cx="2846274" cy="144376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 Level Vision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(Feature Enhancement)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Detection</a:t>
            </a:r>
          </a:p>
          <a:p>
            <a:pPr algn="ctr"/>
            <a:endParaRPr lang="en-IN" dirty="0"/>
          </a:p>
        </p:txBody>
      </p:sp>
      <p:sp>
        <p:nvSpPr>
          <p:cNvPr id="34" name="Arrow: Striped Right 33">
            <a:extLst>
              <a:ext uri="{FF2B5EF4-FFF2-40B4-BE49-F238E27FC236}">
                <a16:creationId xmlns:a16="http://schemas.microsoft.com/office/drawing/2014/main" id="{6818AE89-01C6-98AD-7787-E7494DC1EAD5}"/>
              </a:ext>
            </a:extLst>
          </p:cNvPr>
          <p:cNvSpPr/>
          <p:nvPr/>
        </p:nvSpPr>
        <p:spPr>
          <a:xfrm rot="5400000">
            <a:off x="5609920" y="4325730"/>
            <a:ext cx="672166" cy="490886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B6E76AC-BE67-C91B-28DB-16165F35CCC4}"/>
              </a:ext>
            </a:extLst>
          </p:cNvPr>
          <p:cNvSpPr/>
          <p:nvPr/>
        </p:nvSpPr>
        <p:spPr>
          <a:xfrm>
            <a:off x="3838070" y="4907256"/>
            <a:ext cx="4215865" cy="67215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 of the System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29B81C99-40B2-D3A8-2073-8D3FF9E1EC41}"/>
              </a:ext>
            </a:extLst>
          </p:cNvPr>
          <p:cNvSpPr/>
          <p:nvPr/>
        </p:nvSpPr>
        <p:spPr>
          <a:xfrm>
            <a:off x="5700560" y="5579413"/>
            <a:ext cx="490886" cy="12624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072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Down 1">
            <a:extLst>
              <a:ext uri="{FF2B5EF4-FFF2-40B4-BE49-F238E27FC236}">
                <a16:creationId xmlns:a16="http://schemas.microsoft.com/office/drawing/2014/main" id="{F0226C3A-B714-627C-DBA1-2EBD6511FEC3}"/>
              </a:ext>
            </a:extLst>
          </p:cNvPr>
          <p:cNvSpPr/>
          <p:nvPr/>
        </p:nvSpPr>
        <p:spPr>
          <a:xfrm>
            <a:off x="5595487" y="0"/>
            <a:ext cx="500513" cy="6641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B111DF-2993-7379-C2E5-2743A1B4A6B3}"/>
              </a:ext>
            </a:extLst>
          </p:cNvPr>
          <p:cNvSpPr/>
          <p:nvPr/>
        </p:nvSpPr>
        <p:spPr>
          <a:xfrm>
            <a:off x="4586439" y="689811"/>
            <a:ext cx="2666198" cy="47244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Camera Input</a:t>
            </a:r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6CFD14-0132-0E76-F7CF-BEE79C440240}"/>
              </a:ext>
            </a:extLst>
          </p:cNvPr>
          <p:cNvSpPr/>
          <p:nvPr/>
        </p:nvSpPr>
        <p:spPr>
          <a:xfrm>
            <a:off x="4586439" y="3800212"/>
            <a:ext cx="2666198" cy="4724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High-Level Vision</a:t>
            </a:r>
          </a:p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4F5933-F19C-EE9D-F404-3702D288D302}"/>
              </a:ext>
            </a:extLst>
          </p:cNvPr>
          <p:cNvSpPr/>
          <p:nvPr/>
        </p:nvSpPr>
        <p:spPr>
          <a:xfrm>
            <a:off x="4586439" y="6059582"/>
            <a:ext cx="2666198" cy="47244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User Output</a:t>
            </a:r>
          </a:p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134853-1613-5E25-4D20-15CC6ECA55BF}"/>
              </a:ext>
            </a:extLst>
          </p:cNvPr>
          <p:cNvSpPr/>
          <p:nvPr/>
        </p:nvSpPr>
        <p:spPr>
          <a:xfrm>
            <a:off x="4586439" y="3033878"/>
            <a:ext cx="2666198" cy="47244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Mid-Level Vision</a:t>
            </a:r>
          </a:p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337455-5B87-0B47-8668-4836697A87DB}"/>
              </a:ext>
            </a:extLst>
          </p:cNvPr>
          <p:cNvSpPr/>
          <p:nvPr/>
        </p:nvSpPr>
        <p:spPr>
          <a:xfrm>
            <a:off x="4586439" y="5332883"/>
            <a:ext cx="2666198" cy="47244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Augmented Reality Display</a:t>
            </a:r>
          </a:p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70450C-B9E2-4AB8-A848-868C4EED6C8B}"/>
              </a:ext>
            </a:extLst>
          </p:cNvPr>
          <p:cNvSpPr/>
          <p:nvPr/>
        </p:nvSpPr>
        <p:spPr>
          <a:xfrm>
            <a:off x="4586439" y="2267545"/>
            <a:ext cx="2666198" cy="47244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Low-Level Vision</a:t>
            </a:r>
          </a:p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B76DC0-BF9A-CFDE-0AA9-BCA14AD024EF}"/>
              </a:ext>
            </a:extLst>
          </p:cNvPr>
          <p:cNvSpPr/>
          <p:nvPr/>
        </p:nvSpPr>
        <p:spPr>
          <a:xfrm>
            <a:off x="4586439" y="4566547"/>
            <a:ext cx="2666198" cy="47244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Computer Graphics</a:t>
            </a:r>
          </a:p>
          <a:p>
            <a:pPr algn="ctr"/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4D2CF0-F1FE-8B3D-29FC-81E0AB95BD53}"/>
              </a:ext>
            </a:extLst>
          </p:cNvPr>
          <p:cNvSpPr/>
          <p:nvPr/>
        </p:nvSpPr>
        <p:spPr>
          <a:xfrm>
            <a:off x="4586439" y="1456144"/>
            <a:ext cx="2666198" cy="4724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Image Processing</a:t>
            </a:r>
          </a:p>
          <a:p>
            <a:pPr algn="ctr"/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1052C0-6640-1B65-6E47-4F77FE29178F}"/>
              </a:ext>
            </a:extLst>
          </p:cNvPr>
          <p:cNvCxnSpPr>
            <a:stCxn id="5" idx="2"/>
            <a:endCxn id="19" idx="0"/>
          </p:cNvCxnSpPr>
          <p:nvPr/>
        </p:nvCxnSpPr>
        <p:spPr>
          <a:xfrm>
            <a:off x="5919538" y="1162251"/>
            <a:ext cx="0" cy="293893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052F9C-0F28-268F-A6CD-5C29CD4544AD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919538" y="1929704"/>
            <a:ext cx="0" cy="337841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5296DB6-10B1-1374-BA39-93FC344C5BDF}"/>
              </a:ext>
            </a:extLst>
          </p:cNvPr>
          <p:cNvCxnSpPr/>
          <p:nvPr/>
        </p:nvCxnSpPr>
        <p:spPr>
          <a:xfrm>
            <a:off x="5940394" y="5038990"/>
            <a:ext cx="0" cy="293893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70C3F66-3F41-2F81-94B4-A47E5DCB3C9E}"/>
              </a:ext>
            </a:extLst>
          </p:cNvPr>
          <p:cNvCxnSpPr/>
          <p:nvPr/>
        </p:nvCxnSpPr>
        <p:spPr>
          <a:xfrm>
            <a:off x="5940394" y="4272653"/>
            <a:ext cx="0" cy="293893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B95594-0F20-DFA7-70FE-4AAABBF06988}"/>
              </a:ext>
            </a:extLst>
          </p:cNvPr>
          <p:cNvCxnSpPr/>
          <p:nvPr/>
        </p:nvCxnSpPr>
        <p:spPr>
          <a:xfrm>
            <a:off x="5919538" y="2739985"/>
            <a:ext cx="0" cy="293893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507A8D6-D1C4-A085-C4C6-B533D4254BE6}"/>
              </a:ext>
            </a:extLst>
          </p:cNvPr>
          <p:cNvCxnSpPr/>
          <p:nvPr/>
        </p:nvCxnSpPr>
        <p:spPr>
          <a:xfrm>
            <a:off x="5940394" y="3506319"/>
            <a:ext cx="0" cy="293893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76A220-051E-7EA5-8B8B-A377E8E52A20}"/>
              </a:ext>
            </a:extLst>
          </p:cNvPr>
          <p:cNvCxnSpPr/>
          <p:nvPr/>
        </p:nvCxnSpPr>
        <p:spPr>
          <a:xfrm>
            <a:off x="5978896" y="5805325"/>
            <a:ext cx="0" cy="293893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828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149</Words>
  <Application>Microsoft Office PowerPoint</Application>
  <PresentationFormat>Widescreen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Wingdings</vt:lpstr>
      <vt:lpstr>Office Theme</vt:lpstr>
      <vt:lpstr>ASSESEMENT TOOL 2 Concept Mapping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Jerish</dc:creator>
  <cp:lastModifiedBy>Joe Jerish</cp:lastModifiedBy>
  <cp:revision>3</cp:revision>
  <dcterms:created xsi:type="dcterms:W3CDTF">2026-07-14T05:31:21Z</dcterms:created>
  <dcterms:modified xsi:type="dcterms:W3CDTF">2026-08-06T02:48:34Z</dcterms:modified>
</cp:coreProperties>
</file>